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912ad585a24ef9" /><Relationship Type="http://schemas.openxmlformats.org/officeDocument/2006/relationships/extended-properties" Target="/docProps/app.xml" Id="Rd3715d1979e9410a" /><Relationship Type="http://schemas.openxmlformats.org/officeDocument/2006/relationships/officeDocument" Target="/ppt/presentation.xml" Id="R0c9b9b6b36ef41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db8c6bd964e91"/>
  </p:sldMasterIdLst>
  <p:notesMasterIdLst>
    <p:notesMasterId xmlns:r="http://schemas.openxmlformats.org/officeDocument/2006/relationships" r:id="R30d8eda0342743fb"/>
  </p:notesMasterIdLst>
  <p:sldIdLst>
    <p:sldId xmlns:r="http://schemas.openxmlformats.org/officeDocument/2006/relationships" id="256" r:id="Re3aa0f166779499b"/>
    <p:sldId xmlns:r="http://schemas.openxmlformats.org/officeDocument/2006/relationships" id="257" r:id="R08471c2ff7b64489"/>
    <p:sldId xmlns:r="http://schemas.openxmlformats.org/officeDocument/2006/relationships" id="258" r:id="Rd328bd2723544670"/>
    <p:sldId xmlns:r="http://schemas.openxmlformats.org/officeDocument/2006/relationships" id="259" r:id="Re3a6473e021b4ade"/>
    <p:sldId xmlns:r="http://schemas.openxmlformats.org/officeDocument/2006/relationships" id="260" r:id="R31d6a95e28654d9e"/>
    <p:sldId xmlns:r="http://schemas.openxmlformats.org/officeDocument/2006/relationships" id="261" r:id="R9ba24d37c4cb4264"/>
    <p:sldId xmlns:r="http://schemas.openxmlformats.org/officeDocument/2006/relationships" id="262" r:id="R915eaab8c56540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f171cb4d044628" /><Relationship Type="http://schemas.openxmlformats.org/officeDocument/2006/relationships/slideMaster" Target="/ppt/slideMasters/slideMaster1.xml" Id="Ra41db8c6bd964e91" /><Relationship Type="http://schemas.openxmlformats.org/officeDocument/2006/relationships/notesMaster" Target="/ppt/notesMasters/notesMaster1.xml" Id="R30d8eda0342743fb" /><Relationship Type="http://schemas.openxmlformats.org/officeDocument/2006/relationships/presProps" Target="/ppt/presProps.xml" Id="R7c97e74d521c48c2" /><Relationship Type="http://schemas.openxmlformats.org/officeDocument/2006/relationships/viewProps" Target="/ppt/viewProps.xml" Id="Re6252a536ab3410e" /><Relationship Type="http://schemas.openxmlformats.org/officeDocument/2006/relationships/tableStyles" Target="/ppt/tableStyles.xml" Id="Re955db9c2f7f4940" /><Relationship Type="http://schemas.openxmlformats.org/officeDocument/2006/relationships/slide" Target="/ppt/slides/slide1.xml" Id="Re3aa0f166779499b" /><Relationship Type="http://schemas.openxmlformats.org/officeDocument/2006/relationships/slide" Target="/ppt/slides/slide2.xml" Id="R08471c2ff7b64489" /><Relationship Type="http://schemas.openxmlformats.org/officeDocument/2006/relationships/slide" Target="/ppt/slides/slide3.xml" Id="Rd328bd2723544670" /><Relationship Type="http://schemas.openxmlformats.org/officeDocument/2006/relationships/slide" Target="/ppt/slides/slide4.xml" Id="Re3a6473e021b4ade" /><Relationship Type="http://schemas.openxmlformats.org/officeDocument/2006/relationships/slide" Target="/ppt/slides/slide5.xml" Id="R31d6a95e28654d9e" /><Relationship Type="http://schemas.openxmlformats.org/officeDocument/2006/relationships/slide" Target="/ppt/slides/slide6.xml" Id="R9ba24d37c4cb4264" /><Relationship Type="http://schemas.openxmlformats.org/officeDocument/2006/relationships/slide" Target="/ppt/slides/slide7.xml" Id="R915eaab8c565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9f4768e34c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b3b3c9d2c4a64" /><Relationship Type="http://schemas.openxmlformats.org/officeDocument/2006/relationships/notesMaster" Target="/ppt/notesMasters/notesMaster1.xml" Id="R21c1e548b9554f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0077fd2096414d" /><Relationship Type="http://schemas.openxmlformats.org/officeDocument/2006/relationships/notesMaster" Target="/ppt/notesMasters/notesMaster1.xml" Id="R97112398132c47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460162693740ee" /><Relationship Type="http://schemas.openxmlformats.org/officeDocument/2006/relationships/notesMaster" Target="/ppt/notesMasters/notesMaster1.xml" Id="R1f657c1c026646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0887645ed4236" /><Relationship Type="http://schemas.openxmlformats.org/officeDocument/2006/relationships/notesMaster" Target="/ppt/notesMasters/notesMaster1.xml" Id="R1e01441ff90e42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bdcf4f3b74f94" /><Relationship Type="http://schemas.openxmlformats.org/officeDocument/2006/relationships/notesMaster" Target="/ppt/notesMasters/notesMaster1.xml" Id="R6bdd92dabb83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34729f66143f4" /><Relationship Type="http://schemas.openxmlformats.org/officeDocument/2006/relationships/notesMaster" Target="/ppt/notesMasters/notesMaster1.xml" Id="R0be0a2b7fb6d49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8e85701aa4134" /><Relationship Type="http://schemas.openxmlformats.org/officeDocument/2006/relationships/notesMaster" Target="/ppt/notesMasters/notesMaster1.xml" Id="Rfb7965705e74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title, team name, members, department, and theme. Project details from local KAHE CMS codebase and current task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Feature scope derived from local Django/React project modules: classroom booking, live rooms, sessions, role permissions, and CSP+GA recommendation endpoint.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Workflow based on frontend ClassroomBooking.js and backend smart-room-recommendations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Detailed flow based on backend serializers.py booking validation and views.py score_classroom_recommendations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Algorithm details from backend/cms_project/cms/views.py and backend/cms_project/cms/serializers.py.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Validation plan derived from required booking behavior and implemented CSP/GA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Closing slide uses user-provided team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ef79cd7174d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18e374720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3a82e6f464e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7ec0dfc1546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129e9d98147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3923f6c7840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8b342f8054c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15da76b1443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4f54dc19347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0c4e5e61e43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051fc25cb434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2B0999-2FDF-47AE-8B36-865750908A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2B398A3-6ED9-485D-BD48-EB3C040D82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DDA851-2E6A-440D-9BDB-49D152CD2F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C81A8-AF8A-44AA-BBB7-C03B7AB13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7247E1-0FFB-4044-9C4E-EDF4D5E9A7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216CF9-9CB7-46FA-A20D-C61DD3055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1847F5-975F-4D59-B754-C193835D65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FCCDC9-9100-49CB-A12E-F3E48F474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E7C553-4742-4C94-AFC0-E37655BF4A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C53B16-34E0-443E-98C3-5F2A05B879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0869D-6C1F-4575-81FB-327A280AF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9996DF-E39F-4615-81AF-C38A34DF4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9517AE-BE77-49CF-966E-266BFF376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2AE120-2041-40A4-88EF-21B5A2DAC0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9A5AD4-A1B1-488F-ABC4-2B3D5F664B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408664-902E-4E98-B87F-79E8ACBF3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92E2B5-C32D-458F-AD7A-E2D1DF9EF7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76480B-6E47-40CC-AFC5-A4377B3A15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DA111C-F238-43E5-9DD7-E3A6950A19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A98ADB-8912-4BDC-A9B3-8BF7BA8F91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1F9577-7600-4F0B-9A87-DF86497131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0573E3-6AF9-430E-A00E-33120BB12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539FEA-A79D-462E-AF68-CB2A86946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4F213C3-5AC5-466B-AA5D-5C05F4485D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C5F7776-B08A-4C0E-91F1-4C68A0A588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31E272B-2910-48E7-9716-A39222AA664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23DF99-1508-4231-B65E-3A955BAE99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8/5/2026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4F2445-D25F-44BA-A34B-36500C2C75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2326E5-7DDC-48C8-AEAC-B386F152A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EF2C70-6362-4246-9643-B8F236EA4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D7A71F-493A-482A-98C7-ACC0A2D41A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8/5/2026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A97EF1-9568-4D3B-BF0F-A0CCC3E689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5BD7EE-F82C-4077-AF95-5A74019233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028FF2-AB34-4625-9DD9-B778E957F4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8/5/2026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32B8F7-577E-4756-B2DC-59B7B8F02E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600AC5-26CB-4814-BF01-18623FAB6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5763FF-B11E-42ED-908A-C28B71912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ED27E4-3ECB-47FD-B55A-FE1C2695E8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1A8B7B-1D63-4FE2-B99F-088A446DBA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AFA70C-DC70-44B3-9B9E-C9527DEEC1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0CE434-1512-49F1-B220-5E12B82D79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1FDB8E-C146-4EEE-B76D-9C32EDF160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A79436-31FA-4A83-8B36-F29E3B551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B56C0B-34C5-42FB-903C-943F6DD9B7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90023FB-8439-45E3-9516-4DAA485C6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8504F9-D437-4853-9651-6564309600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8/5/2026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A368AF-47B2-415C-B0C0-8DF7BE2BF5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AFF12-19BF-4B59-9E7D-7C86D61DB2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E2C0C-6944-4A34-80DB-3E71B4FD7A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291DD0-E590-4746-9AA2-4AE914B5C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F8CAAD-4F22-4688-8045-BEAAFB2636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AC438C-9786-48E0-A1AD-083060E7C7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5627D5-63EC-4181-9F5A-39C070A1F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C5BEF3C-14AC-4722-A7CB-1BA065C0B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922EEE-591A-4B1E-8C32-376AE5090F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B6F534-5E7F-4DBA-9048-BB0884C250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6905FC-376C-487F-BA87-6BB2F7DC55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F2E70C-8B4C-4C67-8FEE-526AEB05B8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744b68741402e" /><Relationship Type="http://schemas.openxmlformats.org/officeDocument/2006/relationships/slideLayout" Target="/ppt/slideLayouts/slideLayout1.xml" Id="R9cfefe941fc242e5" /><Relationship Type="http://schemas.openxmlformats.org/officeDocument/2006/relationships/slideLayout" Target="/ppt/slideLayouts/slideLayout2.xml" Id="R00d921d5d2a14e53" /><Relationship Type="http://schemas.openxmlformats.org/officeDocument/2006/relationships/slideLayout" Target="/ppt/slideLayouts/slideLayout3.xml" Id="R0ef47c1accf64cea" /><Relationship Type="http://schemas.openxmlformats.org/officeDocument/2006/relationships/slideLayout" Target="/ppt/slideLayouts/slideLayout4.xml" Id="R2cb85907510b4ff5" /><Relationship Type="http://schemas.openxmlformats.org/officeDocument/2006/relationships/slideLayout" Target="/ppt/slideLayouts/slideLayout5.xml" Id="Rf45ee87e65f648bf" /><Relationship Type="http://schemas.openxmlformats.org/officeDocument/2006/relationships/slideLayout" Target="/ppt/slideLayouts/slideLayout6.xml" Id="R0934f669066740cc" /><Relationship Type="http://schemas.openxmlformats.org/officeDocument/2006/relationships/slideLayout" Target="/ppt/slideLayouts/slideLayout7.xml" Id="Rb54bab28edc1472f" /><Relationship Type="http://schemas.openxmlformats.org/officeDocument/2006/relationships/slideLayout" Target="/ppt/slideLayouts/slideLayout8.xml" Id="Rac28e5bea8484433" /><Relationship Type="http://schemas.openxmlformats.org/officeDocument/2006/relationships/slideLayout" Target="/ppt/slideLayouts/slideLayout9.xml" Id="R3a13dd32c9154c88" /><Relationship Type="http://schemas.openxmlformats.org/officeDocument/2006/relationships/slideLayout" Target="/ppt/slideLayouts/slideLayout10.xml" Id="R265926e694c6458c" /><Relationship Type="http://schemas.openxmlformats.org/officeDocument/2006/relationships/slideLayout" Target="/ppt/slideLayouts/slideLayout11.xml" Id="R9e51844f2a9c4d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558725-0B8C-44AA-ACB7-C806A4679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A1705C-CA0D-4DE6-895A-602390A209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4A8E10-8DD5-403A-9FBB-17F246BA50E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8/5/2026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8E193F-67E8-47E5-BE5A-1D4C6FE8F3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151D7D-A453-49EC-AC13-74E50D02A9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efe941fc242e5"/>
    <p:sldLayoutId xmlns:r="http://schemas.openxmlformats.org/officeDocument/2006/relationships" id="2147483650" r:id="R00d921d5d2a14e53"/>
    <p:sldLayoutId xmlns:r="http://schemas.openxmlformats.org/officeDocument/2006/relationships" id="2147483651" r:id="R0ef47c1accf64cea"/>
    <p:sldLayoutId xmlns:r="http://schemas.openxmlformats.org/officeDocument/2006/relationships" id="2147483652" r:id="R2cb85907510b4ff5"/>
    <p:sldLayoutId xmlns:r="http://schemas.openxmlformats.org/officeDocument/2006/relationships" id="2147483653" r:id="Rf45ee87e65f648bf"/>
    <p:sldLayoutId xmlns:r="http://schemas.openxmlformats.org/officeDocument/2006/relationships" id="2147483654" r:id="R0934f669066740cc"/>
    <p:sldLayoutId xmlns:r="http://schemas.openxmlformats.org/officeDocument/2006/relationships" id="2147483655" r:id="Rb54bab28edc1472f"/>
    <p:sldLayoutId xmlns:r="http://schemas.openxmlformats.org/officeDocument/2006/relationships" id="2147483656" r:id="Rac28e5bea8484433"/>
    <p:sldLayoutId xmlns:r="http://schemas.openxmlformats.org/officeDocument/2006/relationships" id="2147483657" r:id="R3a13dd32c9154c88"/>
    <p:sldLayoutId xmlns:r="http://schemas.openxmlformats.org/officeDocument/2006/relationships" id="2147483658" r:id="R265926e694c6458c"/>
    <p:sldLayoutId xmlns:r="http://schemas.openxmlformats.org/officeDocument/2006/relationships" id="2147483659" r:id="R9e51844f2a9c4da9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c2fb08b1a4602" /><Relationship Type="http://schemas.openxmlformats.org/officeDocument/2006/relationships/image" Target="/ppt/media/image.png" Id="R21a7bc1219af4ee0" /><Relationship Type="http://schemas.openxmlformats.org/officeDocument/2006/relationships/image" Target="/ppt/media/image2.png" Id="R82244075ceb74144" /><Relationship Type="http://schemas.openxmlformats.org/officeDocument/2006/relationships/notesSlide" Target="/ppt/notesSlides/notesSlide1.xml" Id="Ra943b2f2069749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097a7b6ab4d44" /><Relationship Type="http://schemas.openxmlformats.org/officeDocument/2006/relationships/image" Target="/ppt/media/image2.png" Id="R5711c97faebe40a8" /><Relationship Type="http://schemas.openxmlformats.org/officeDocument/2006/relationships/image" Target="/ppt/media/image.png" Id="Rb13101b7142944eb" /><Relationship Type="http://schemas.openxmlformats.org/officeDocument/2006/relationships/notesSlide" Target="/ppt/notesSlides/notesSlide2.xml" Id="R3e4415c4593245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d048762ba4d36" /><Relationship Type="http://schemas.openxmlformats.org/officeDocument/2006/relationships/image" Target="/ppt/media/image2.png" Id="R8128e4a2f43d4ede" /><Relationship Type="http://schemas.openxmlformats.org/officeDocument/2006/relationships/image" Target="/ppt/media/image.png" Id="R9a700fe2e17b4bec" /><Relationship Type="http://schemas.openxmlformats.org/officeDocument/2006/relationships/notesSlide" Target="/ppt/notesSlides/notesSlide3.xml" Id="Rf0373af2f2e4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a895f12d1a4185" /><Relationship Type="http://schemas.openxmlformats.org/officeDocument/2006/relationships/image" Target="/ppt/media/image2.png" Id="R50a09faf833f462f" /><Relationship Type="http://schemas.openxmlformats.org/officeDocument/2006/relationships/image" Target="/ppt/media/image.png" Id="Rf7ef299e17dc44dd" /><Relationship Type="http://schemas.openxmlformats.org/officeDocument/2006/relationships/notesSlide" Target="/ppt/notesSlides/notesSlide4.xml" Id="R597e03d7cebb45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4019ecad74432" /><Relationship Type="http://schemas.openxmlformats.org/officeDocument/2006/relationships/image" Target="/ppt/media/image2.png" Id="Rfc314b21d1d34c73" /><Relationship Type="http://schemas.openxmlformats.org/officeDocument/2006/relationships/image" Target="/ppt/media/image.png" Id="R97a8fd516a404dcc" /><Relationship Type="http://schemas.openxmlformats.org/officeDocument/2006/relationships/notesSlide" Target="/ppt/notesSlides/notesSlide5.xml" Id="R2dd8b18a7c434a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619a218054a5d" /><Relationship Type="http://schemas.openxmlformats.org/officeDocument/2006/relationships/image" Target="/ppt/media/image2.png" Id="Re03b9479b53d4982" /><Relationship Type="http://schemas.openxmlformats.org/officeDocument/2006/relationships/image" Target="/ppt/media/image.png" Id="R9fb1cb5e748145de" /><Relationship Type="http://schemas.openxmlformats.org/officeDocument/2006/relationships/notesSlide" Target="/ppt/notesSlides/notesSlide6.xml" Id="R8cfadfa8c13c44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5a5bf12044e2c" /><Relationship Type="http://schemas.openxmlformats.org/officeDocument/2006/relationships/image" Target="/ppt/media/image2.png" Id="Rf3a29d5b422746e9" /><Relationship Type="http://schemas.openxmlformats.org/officeDocument/2006/relationships/image" Target="/ppt/media/image.png" Id="R78a73a8bce144013" /><Relationship Type="http://schemas.openxmlformats.org/officeDocument/2006/relationships/notesSlide" Target="/ppt/notesSlides/notesSlide7.xml" Id="R86b47e07a498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50ECF0E9-68C0-43F6-B01B-B90A2943CF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32781" y="2849405"/>
            <a:ext cx="3136684" cy="7786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MAINS ROUND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4329645D-507A-4A0E-9FE8-B512B4A4705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00715" y="1646993"/>
            <a:ext cx="10704786" cy="10954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  <a:p xmlns:a="http://schemas.openxmlformats.org/drawingml/2006/main">
            <a:r>
              <a:t>KAHE Campus Management System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93A090-4CE1-4E7A-B1BE-F7F3A96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99" y="3259563"/>
            <a:ext cx="8065586" cy="36287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>
                <a:latin typeface="Times New Roman"/>
                <a:ea typeface="Times New Roman"/>
                <a:cs typeface="Times New Roman"/>
              </a:rPr>
              <a:t>Title: KAHE Campus Management System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>
                <a:latin typeface="Times New Roman"/>
                <a:ea typeface="Times New Roman"/>
                <a:cs typeface="Times New Roman"/>
              </a:rPr>
              <a:t>Team: Tech Squad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>
                <a:latin typeface="Times New Roman"/>
                <a:ea typeface="Times New Roman"/>
                <a:cs typeface="Times New Roman"/>
              </a:rPr>
              <a:t>Members: Bebin R (25ADU153), Kamesh K (25ADU172)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>
                <a:latin typeface="Times New Roman"/>
                <a:ea typeface="Times New Roman"/>
                <a:cs typeface="Times New Roman"/>
              </a:rPr>
              <a:t>Department: B.Sc AI &amp; Data Science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>
                <a:latin typeface="Times New Roman"/>
                <a:ea typeface="Times New Roman"/>
                <a:cs typeface="Times New Roman"/>
              </a:rPr>
              <a:t>Theme: AI for Better Tomorrow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3AA918-0015-42BF-A49E-627CE5F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B8157F-3AC2-FB93-6603-51791498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68085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1666350" tIns="45720" rIns="1156923" bIns="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7bc1219af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728" y="196898"/>
            <a:ext cx="1648682" cy="1433544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44075ceb7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81693" y="415040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8BF94F-C521-9D82-8FA6-4EFE76B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9411" y="284020"/>
            <a:ext cx="891859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KARPAGAM ACADEMY OF HIGHER EDUCATION</a:t>
            </a:r>
            <a:endParaRPr sz="2800" b="1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1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                 (Deemed to be University)</a:t>
            </a:r>
            <a:endParaRPr sz="20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1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(Established Under Section 3 of UGC Act 1956)</a:t>
            </a:r>
            <a:endParaRPr sz="20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Accredited with A+ Grade by NAAC in the Second Cycle</a:t>
            </a:r>
            <a:endParaRPr sz="2000" b="1" i="0" u="none" cap="none" baseline="0">
              <a:ln>
                <a:noFill/>
              </a:ln>
              <a:solidFill>
                <a:srgbClr val="333399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Coimbatore– 641021.</a:t>
            </a: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B557784-0E60-0855-039E-480DF9E3A4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</p:spTree>
    <p:extLst>
      <p:ext uri="{BB962C8B-B14F-4D97-AF65-F5344CB8AC3E}">
        <p14:creationId xmlns:p14="http://schemas.microsoft.com/office/powerpoint/2010/main" val="1765624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E90E38-C8A7-4EFD-BAB3-374B18A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94FBC684-90A0-4C15-821C-DFBA4E2E6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320507"/>
            <a:ext cx="10972800" cy="14775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t>Pre-Development Round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t/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t>Methodology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C7E548B0-B3BF-4C6B-A333-DF75014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3" y="2667689"/>
            <a:ext cx="10801787" cy="2554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Overview: Role-based classroom availability and booking system.</a:t>
            </a:r>
          </a:p>
          <a:p xmlns:a="http://schemas.openxmlformats.org/drawingml/2006/main">
            <a:pPr lvl="0">
              <a:buNone/>
            </a:pPr>
            <a:r>
              <a:t>Problem: Manual room coordination causes conflicts and delays.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Objective: Use CSP + GA to recommend optimized classrooms.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875028-F779-42A1-9188-A30871BA43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1536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1c97faebe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1386" y="99103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EB0E64D-F189-7F91-40EC-41C5CFE1C6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537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101b71429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998" y="110404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186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B8AF7FA-2FE1-45E1-A9D1-CC1B2A3C4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364" y="44284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System Workflow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(Pictorial Representation)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ECBFA3C5-3E79-4069-B28F-4817F5C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938" y="2563787"/>
            <a:ext cx="9385300" cy="2554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Login as Admin or Faculty</a:t>
            </a:r>
          </a:p>
          <a:p xmlns:a="http://schemas.openxmlformats.org/drawingml/2006/main">
            <a:pPr lvl="0">
              <a:buNone/>
            </a:pPr>
            <a:r>
              <a:t>Select Block -&gt; Date -&gt; Period / Custom Time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CSP filters rooms -&gt; GA ranks best options -&gt; Booking saved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12E418-02D8-4D0F-B05A-5948D5C11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174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8e4a2f43d4e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78E2406-D9A3-8535-81BF-72D72E6D8B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00fe2e17b4b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394" y="43534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53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57D9544-B246-4E27-8C39-6C3573158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364" y="521829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Detailed Step-by-Step Methodology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61053F2A-0BB5-426D-8FEE-196C853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146" y="2376513"/>
            <a:ext cx="9385300" cy="353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Step 1: Collect block, date, period/time, and capacity.</a:t>
            </a: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t>Step 2: Validate role, time window, and 14-day limit.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Step 3: CSP removes conflicts; GA ranks best-fit rooms.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7AAF93-EDFB-40A3-8DD3-A126ABCF35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09faf833f46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41952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F7B3FB-BA6E-2E8A-E537-699E037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90" y="1393055"/>
            <a:ext cx="2889354" cy="678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sz="1800" i="1">
                <a:latin typeface="Times New Roman"/>
                <a:ea typeface="Times New Roman"/>
                <a:cs typeface="Times New Roman"/>
              </a:rPr>
              <a:t>(CSP + GA enabled classroom booking)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2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2B96C90-EA5D-7B0F-D3FB-6BF44F0C6E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f299e17dc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8" y="196898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02D142F-BC3D-45D0-BB01-D963CF714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476" y="596212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Algorithm / Logic Explanation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63B72C53-3F0F-4498-90A8-C0693FA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410" y="2574957"/>
            <a:ext cx="9385300" cy="2554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CSP: Removes rooms with booking, class, or capacity conflicts.</a:t>
            </a: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t>GA: Ranks valid rooms by capacity fit, room type, and usage.</a:t>
            </a:r>
            <a:endParaRPr sz="3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Output: Top suggestions with AI score and reason.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622578-76B9-4CF4-869E-86111D99F1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14b21d1d3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D8595BF-4357-993D-B68B-D40AAEE0A2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8fd516a40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8" y="196898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1897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Validation &amp; Evaluation Plan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000FFA-4502-4F0A-98A8-CB88C6E252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88422" y="2355564"/>
            <a:ext cx="7558171" cy="35844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Validate bookings for today and up to 14 days ahead.</a:t>
            </a:r>
          </a:p>
          <a:p xmlns:a="http://schemas.openxmlformats.org/drawingml/2006/main">
            <a:pPr lvl="0">
              <a:buNone/>
            </a:pPr>
            <a:r>
              <a:t>Test overlap conflicts and active class sessions.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Success: correct status, saved booking, clear recommendation.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6</a:t>
            </a:fld>
            <a:endParaRPr/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b9479b53d49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954186-15AE-4673-AE81-8A72813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F04BFFB-3419-07C6-3C0D-708FE71F6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765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1cb5e748145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8" y="196898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60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0413" y="2848365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THANK YOU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Tech Squad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7</a:t>
            </a:fld>
            <a:endParaRPr/>
          </a:p>
        </p:txBody>
      </p:sp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29d5b4227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1990" y="340696"/>
            <a:ext cx="1447616" cy="1095431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2FB07-F630-47CC-B91C-A881822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F29EFAF-D91C-172F-1038-AB3D48D2A0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3063" y="6245992"/>
            <a:ext cx="12191999" cy="7401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73a8bce14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8" y="196898"/>
            <a:ext cx="1648682" cy="1433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5977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2026-08-14T03:08:23.8970000Z</dcterms:created>
  <dcterms:modified xsi:type="dcterms:W3CDTF">2026-08-14T03:08:23.8970000Z</dcterms:modified>
</coreProperties>
</file>